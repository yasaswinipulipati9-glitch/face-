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374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38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55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199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083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891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911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824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128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448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591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623304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031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2349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7526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7911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046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4667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B3114F8-B72C-11D9-9C08-FA93F9B64B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endParaRPr lang="en-IN" sz="40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4FB86E3-590D-5EBE-82F2-7D29ADCE92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794BC7-8314-9225-C8E9-4A835A587FAC}"/>
              </a:ext>
            </a:extLst>
          </p:cNvPr>
          <p:cNvSpPr/>
          <p:nvPr/>
        </p:nvSpPr>
        <p:spPr>
          <a:xfrm>
            <a:off x="608543" y="2974258"/>
            <a:ext cx="838902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FACE RECOGNITON SYSTEM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dirty="0"/>
              <a:t> Face recognition is a biometric technology used to identify individuals.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 It works by analyzing facial features from images or videos.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 Widely used in security, attendance, and authentication systems.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</a:t>
            </a:r>
            <a:r>
              <a:rPr dirty="0"/>
              <a:t>Uses Artificial Intelligence and Computer Vision techniques.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This project focuses on real-time face recognition.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Pre-stored images are used for identification.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dirty="0"/>
              <a:t>Manual identification is time-consuming and inefficient.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 Human errors may occur during verification.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 Traditional attendance systems can be manipulated.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 Need for an automated identification system.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 Difficulty in identifying people in real-time.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Requirement of a fast and accurate solution.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dirty="0"/>
              <a:t>To detect faces from live camera feed.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 To recognize known persons accurately.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 To display the identified person’s name.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 To reduce manual effort and errors.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 To implement a real-time AI system.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 To ensure simplicity and efficiency.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dirty="0"/>
              <a:t>Dataset containing pre-stored face images.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 Face detection using OpenCV.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 Feature extraction using face encodings.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 Live camera input processing.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 Face matching with stored encodings.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 Display output with name and bounding box.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dirty="0"/>
              <a:t> Python programming language.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 OpenCV for image processing.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 </a:t>
            </a:r>
            <a:r>
              <a:rPr dirty="0" err="1"/>
              <a:t>face_recognition</a:t>
            </a:r>
            <a:r>
              <a:rPr dirty="0"/>
              <a:t> library for face encoding.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 NumPy for numerical operations.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 Webcam for live video input.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 GitHub for version control.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dirty="0"/>
              <a:t>Collect and store face images in dataset folder.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 Read images and generate face encodings.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 Start live webcam feed.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 Detect faces in each video frame.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 Compare detected faces with known faces.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 Display name if match is found.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OUTPUT / FRONT 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dirty="0"/>
              <a:t>Live camera window is displayed.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 Faces are detected in real time.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 Bounding box appears around detected face.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 Name of the recognized person is shown.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 Unknown faces are labeled as 'Unknown'.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 Screenshot can be taken as project output.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dirty="0"/>
              <a:t> Student attendance management system.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 Office employee identification.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 Secure access control systems.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 Surveillance and monitoring.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 Identity verification systems.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 Smart security solutions.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dirty="0"/>
              <a:t>Face recognition system works accurately in real time.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 Reduces manual work and improves efficiency.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 Easy to use and cost-effective.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 Can be enhanced with attendance automation.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 Future scope includes mask detection.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 Can add liveness and emotion detection.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31</TotalTime>
  <Words>428</Words>
  <Application>Microsoft Office PowerPoint</Application>
  <PresentationFormat>On-screen Show (4:3)</PresentationFormat>
  <Paragraphs>64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Tw Cen MT</vt:lpstr>
      <vt:lpstr>Wingdings</vt:lpstr>
      <vt:lpstr>Circuit</vt:lpstr>
      <vt:lpstr>PowerPoint Presentation</vt:lpstr>
      <vt:lpstr>INTRODUCTION</vt:lpstr>
      <vt:lpstr>PROBLEM STATEMENT</vt:lpstr>
      <vt:lpstr>OBJECTIVES</vt:lpstr>
      <vt:lpstr>SYSTEM ARCHITECTURE</vt:lpstr>
      <vt:lpstr>TECHNOLOGIES USED</vt:lpstr>
      <vt:lpstr>METHODOLOGY</vt:lpstr>
      <vt:lpstr>OUTPUT / FRONT END</vt:lpstr>
      <vt:lpstr>APPLICATIONS</vt:lpstr>
      <vt:lpstr>CONCLUSION &amp; FUTURE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n.sushma n.sushma</dc:creator>
  <cp:keywords/>
  <dc:description>generated using python-pptx</dc:description>
  <cp:lastModifiedBy>n.sushma n.sushma</cp:lastModifiedBy>
  <cp:revision>2</cp:revision>
  <dcterms:created xsi:type="dcterms:W3CDTF">2013-01-27T09:14:16Z</dcterms:created>
  <dcterms:modified xsi:type="dcterms:W3CDTF">2026-01-06T05:41:50Z</dcterms:modified>
  <cp:category/>
</cp:coreProperties>
</file>